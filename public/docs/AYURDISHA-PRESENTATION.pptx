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ayushmarg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A484"/>
                </a:solidFill>
              </a:rPr>
              <a:t>WORLD AYURVEDA FOUNDATION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E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AYURDISHA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4D4"/>
                </a:solidFill>
              </a:rPr>
              <a:t>Meet the Mentors · Experience Zone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11th World Ayurveda Congress · Bhubaneswar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669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4A484"/>
                </a:solidFill>
              </a:rPr>
              <a:t>COMMITTEE PRESENTATION · SEPTEMBER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4A484"/>
                </a:solidFill>
              </a:rPr>
              <a:t>AYURDISHA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4A484"/>
                </a:solidFill>
              </a:rPr>
              <a:t>1 / 16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B"/>
                </a:solidFill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AYURDISHA?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A digital hall for BAMS mentees at the 11th World Ayurveda Congress — register once, return anytime with your delegate number.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Mentor Q&amp;A — submit focused career questions, track answers, and read published guidance from experienced practitioners.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An integrated congress experience zone connecting delegates, mentors, and organisers before, during, and after the event.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6350">
            <a:solidFill>
              <a:srgbClr val="5C6B62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AYURDISHA · Meet the Mentors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B"/>
                </a:solidFill>
              </a:rPr>
              <a:t>AUDIENCE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it for?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BAMS students &amp; delegates — register with email OTP, receive a 6-digit delegate number, ask career questions, and follow ticket status.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Mentors — answer curated question clusters; published responses appear on the Stage and Board for all delegates.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Staff &amp; organisers — curation desk, insights dashboard, mentor packs, and delegate lists for real-time congress coordination.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6350">
            <a:solidFill>
              <a:srgbClr val="5C6B62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AYURDISHA · Meet the Mentors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3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B"/>
                </a:solidFill>
              </a:rPr>
              <a:t>JOURNEY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EFB"/>
          </a:solidFill>
          <a:ln w="9525">
            <a:solidFill>
              <a:srgbClr val="D9CB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3852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1F"/>
                </a:solidFill>
              </a:rPr>
              <a:t>Register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54203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2"/>
                </a:solidFill>
              </a:rPr>
              <a:t>Email OTP → delegate number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03120" y="224028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B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40280" y="182880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EFB"/>
          </a:solidFill>
          <a:ln w="9525">
            <a:solidFill>
              <a:srgbClr val="D9CB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93852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1F"/>
                </a:solidFill>
              </a:rPr>
              <a:t>Enter the Hall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54203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2"/>
                </a:solidFill>
              </a:rPr>
              <a:t>Explore zones &amp; mentors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40480" y="224028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B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77640" y="182880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EFB"/>
          </a:solidFill>
          <a:ln w="9525">
            <a:solidFill>
              <a:srgbClr val="D9CB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193852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02336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1F"/>
                </a:solidFill>
              </a:rPr>
              <a:t>Ask Desk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23360" y="254203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2"/>
                </a:solidFill>
              </a:rPr>
              <a:t>Submit career question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77840" y="224028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B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15000" y="182880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EFB"/>
          </a:solidFill>
          <a:ln w="9525">
            <a:solidFill>
              <a:srgbClr val="D9CB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193852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76072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1F"/>
                </a:solidFill>
              </a:rPr>
              <a:t>Track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254203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2"/>
                </a:solidFill>
              </a:rPr>
              <a:t>Follow ticket status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0" y="224028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B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52360" y="182880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EFB"/>
          </a:solidFill>
          <a:ln w="9525">
            <a:solidFill>
              <a:srgbClr val="D9CB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193852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9808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1F"/>
                </a:solidFill>
              </a:rPr>
              <a:t>Knowledge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254203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2"/>
                </a:solidFill>
              </a:rPr>
              <a:t>Career guidance by theme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052560" y="224028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B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89720" y="182880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EFB"/>
          </a:solidFill>
          <a:ln w="9525">
            <a:solidFill>
              <a:srgbClr val="D9CB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89720" y="193852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23544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1F"/>
                </a:solidFill>
              </a:rPr>
              <a:t>Stage / Board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235440" y="254203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2"/>
                </a:solidFill>
              </a:rPr>
              <a:t>Published mentor answers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8640" y="3337560"/>
            <a:ext cx="54864" cy="64008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3337560"/>
            <a:ext cx="10972800" cy="640080"/>
          </a:xfrm>
          <a:prstGeom prst="roundRect">
            <a:avLst>
              <a:gd name="adj" fmla="val 7143"/>
            </a:avLst>
          </a:prstGeom>
          <a:solidFill>
            <a:srgbClr val="1B4332">
              <a:alpha val="8000"/>
            </a:srgb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34015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B4332"/>
                </a:solidFill>
              </a:rPr>
              <a:t>STAFF WORKFLOW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7240" y="36393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4"/>
                </a:solidFill>
              </a:rPr>
              <a:t>Curation → Merge similar questions → Mentor answers → Publish to hall &amp; Track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6350">
            <a:solidFill>
              <a:srgbClr val="5C6B62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AYURDISHA · Meet the Mentors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4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B"/>
                </a:solidFill>
              </a:rPr>
              <a:t>EXPERIENCE ZONE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Digital Hall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24"/>
                </a:solidFill>
              </a:rPr>
              <a:t>Central navigation hub for the congress experience zone.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24"/>
                </a:solidFill>
              </a:rPr>
              <a:t>Mentor clusters organised by career theme — PG, clinic, research, service, and more.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24"/>
                </a:solidFill>
              </a:rPr>
              <a:t>Quick access to Ask Desk, Knowledge, Track, Stage, and Opportunity Exchange.</a:t>
            </a:r>
            <a:endParaRPr lang="en-US" sz="1400" dirty="0"/>
          </a:p>
        </p:txBody>
      </p:sp>
      <p:pic>
        <p:nvPicPr>
          <p:cNvPr id="6" name="Image 0" descr="/Users/vishnukumar/AndroidStudioProjects/heybee/ayurmarg-preview/public/docs/budget/app-h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91640"/>
            <a:ext cx="5577840" cy="42062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6350">
            <a:solidFill>
              <a:srgbClr val="5C6B62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AYURDISHA · Meet the Mentors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5 /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B"/>
                </a:solidFill>
              </a:rPr>
              <a:t>DELEGATE JOURNEY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Registration &amp; Ask Desk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24"/>
                </a:solidFill>
              </a:rPr>
              <a:t>Register with institutional email — OTP verification ensures one delegate per person.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24"/>
                </a:solidFill>
              </a:rPr>
              <a:t>Receive a permanent 6-digit delegate number for all future visits.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24"/>
                </a:solidFill>
              </a:rPr>
              <a:t>Ask Desk — one focused career question per submission; option to merge similar questions for broader hall answers.</a:t>
            </a:r>
            <a:endParaRPr lang="en-US" sz="1400" dirty="0"/>
          </a:p>
        </p:txBody>
      </p:sp>
      <p:pic>
        <p:nvPicPr>
          <p:cNvPr id="6" name="Image 0" descr="/Users/vishnukumar/AndroidStudioProjects/heybee/ayurmarg-preview/public/docs/budget/app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91640"/>
            <a:ext cx="5577840" cy="42062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6350">
            <a:solidFill>
              <a:srgbClr val="5C6B62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AYURDISHA · Meet the Mentors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6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B"/>
                </a:solidFill>
              </a:rPr>
              <a:t>CAREER GUIDANCE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Hub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24"/>
                </a:solidFill>
              </a:rPr>
              <a:t>Themed career pods — PG admission, private practice, research, AYUSH service, start-ups, and international pathways.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24"/>
                </a:solidFill>
              </a:rPr>
              <a:t>Curated guidance articles, journal references, and evidence summaries for each theme.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24"/>
                </a:solidFill>
              </a:rPr>
              <a:t>Delegates read evidence first, then submit personal questions at the Ask Desk for mentor answers.</a:t>
            </a:r>
            <a:endParaRPr lang="en-US" sz="1400" dirty="0"/>
          </a:p>
        </p:txBody>
      </p:sp>
      <p:pic>
        <p:nvPicPr>
          <p:cNvPr id="6" name="Image 0" descr="/Users/vishnukumar/AndroidStudioProjects/heybee/ayurmarg-preview/public/docs/budget/app-knowl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91640"/>
            <a:ext cx="5577840" cy="42062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6350">
            <a:solidFill>
              <a:srgbClr val="5C6B62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AYURDISHA · Meet the Mentors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7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B"/>
                </a:solidFill>
              </a:rPr>
              <a:t>OPERATIONS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Curation desk — review incoming questions, merge similar submissions, assign to mentor clusters, and publish answers.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Insights dashboard — real-time delegate counts, question volume, and theme distribution during congress.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Mentor pack — export curated question batches for offline mentor review and bulk answer import.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Delegate list — searchable registry with registration status, ticket tracking, and in-person shortlist flags.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6350">
            <a:solidFill>
              <a:srgbClr val="5C6B62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AYURDISHA · Meet the Mentors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8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B"/>
                </a:solidFill>
              </a:rPr>
              <a:t>ENGAGEMENT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Opportunity Exchange &amp; Track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Opportunity Exchange — congress announcements, fellowships, internships, and career openings shared with registered delegates.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Track my answer — delegates enter their 6-digit number to check ticket status and read mentor responses.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Stage &amp; Board — published hall answers visible to all; shortlisted mentees may be invited for in-person sessions.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Delegates not shortlisted remain fully connected — same Track page, same delegate number, same hall on any device.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6350">
            <a:solidFill>
              <a:srgbClr val="5C6B62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AYURDISHA · Meet the Mentors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9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B"/>
                </a:solidFill>
              </a:rPr>
              <a:t>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Serverless architecture — Google Cloud Firestore for data, Vercel for hosting and API functions; no dedicated servers.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Secure OTP registration — transactional email verification with signed HttpOnly session cookies.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Multi-staff coordination — real-time Firestore sync for curation desk, insights, and delegate management.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E24"/>
                </a:solidFill>
              </a:rPr>
              <a:t>Production-ready — security rules, App Check, monitoring, and congress-week on-call support planned.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6350">
            <a:solidFill>
              <a:srgbClr val="5C6B62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AYURDISHA · Meet the Mentors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10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A484"/>
                </a:solidFill>
              </a:rPr>
              <a:t>WEB PRESENCE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E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— ayurdisha.ai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EFB"/>
                </a:solidFill>
              </a:rPr>
              <a:t>Official congress domain registered via GoDaddy.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EFB"/>
                </a:solidFill>
              </a:rPr>
              <a:t>ayurdisha.ai — first year: ₹4,761 (registrar quote on file).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EFB"/>
                </a:solidFill>
              </a:rPr>
              <a:t>DNS cutover planned from preview deployment to production domain before congress.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EFB"/>
                </a:solidFill>
              </a:rPr>
              <a:t>SSL certificate included; CDN via Vercel for global delegate access.</a:t>
            </a:r>
            <a:endParaRPr lang="en-US" sz="1400" dirty="0"/>
          </a:p>
        </p:txBody>
      </p:sp>
      <p:pic>
        <p:nvPicPr>
          <p:cNvPr id="6" name="Image 0" descr="/Users/vishnukumar/AndroidStudioProjects/heybee/ayurmarg-preview/public/docs/budget/domain-ayurdisha-a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91640"/>
            <a:ext cx="5577840" cy="42062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4A484"/>
                </a:solidFill>
              </a:rPr>
              <a:t>AYURDISHA · Meet the Mentors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4A484"/>
                </a:solidFill>
              </a:rPr>
              <a:t>11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B"/>
                </a:solidFill>
              </a:rPr>
              <a:t>INVESTMENT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Summary —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943600" cy="594360"/>
          </a:xfrm>
          <a:prstGeom prst="roundRect">
            <a:avLst>
              <a:gd name="adj" fmla="val 12308"/>
            </a:avLst>
          </a:prstGeom>
          <a:solidFill>
            <a:srgbClr val="0F2A1F"/>
          </a:solidFill>
          <a:ln w="12700">
            <a:solidFill>
              <a:srgbClr val="0F2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Allocation: ₹1,00,000 (~$1,176 USD)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  <a:gridCol w="164592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EFB"/>
                          </a:solidFill>
                        </a:rPr>
                        <a:t>Scenario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EFB"/>
                          </a:solidFill>
                        </a:rPr>
                        <a:t>Phase 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EFB"/>
                          </a:solidFill>
                        </a:rPr>
                        <a:t>Phase 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EFB"/>
                          </a:solidFill>
                        </a:rPr>
                        <a:t>Contingency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EFB"/>
                          </a:solidFill>
                        </a:rPr>
                        <a:t>Total (INR)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</a:rPr>
                        <a:t>Minimum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</a:rPr>
                        <a:t>₹40,000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</a:rPr>
                        <a:t>₹24,000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</a:rPr>
                        <a:t>₹11,000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</a:rPr>
                        <a:t>₹75,000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E24"/>
                          </a:solidFill>
                        </a:rPr>
                        <a:t>Recommended 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</a:rPr>
                        <a:t>₹60,000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</a:rPr>
                        <a:t>₹29,000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</a:rPr>
                        <a:t>₹11,000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</a:rPr>
                        <a:t>₹1,00,000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</a:rPr>
                        <a:t>Maximum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</a:rPr>
                        <a:t>₹88,000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</a:rPr>
                        <a:t>₹30,000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</a:rPr>
                        <a:t>₹12,000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</a:rPr>
                        <a:t>₹1,25,000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2"/>
                </a:solidFill>
              </a:rPr>
              <a:t>Phase 1: Technical infrastructure &amp; platform development · Phase 2: Personnel &amp; operational support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6350">
            <a:solidFill>
              <a:srgbClr val="5C6B62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AYURDISHA · Budget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12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B"/>
                </a:solidFill>
              </a:rPr>
              <a:t>PHASE 1 — ₹60,000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Infrastructure &amp; Development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68096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EFB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EFB"/>
                          </a:solidFill>
                        </a:rPr>
                        <a:t>Amount (INR)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</a:rPr>
                        <a:t>Cloud &amp; Infrastructure — Firebase, Vercel, email, domain, SSL, security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4332"/>
                          </a:solidFill>
                        </a:rPr>
                        <a:t>₹26,361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</a:rPr>
                        <a:t>Software Engineering &amp; Web Development — design, build, test, deploy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4332"/>
                          </a:solidFill>
                        </a:rPr>
                        <a:t>₹30,000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</a:rPr>
                        <a:t>Technical Assurance — congress-week monitoring, on-call, hotfix buffer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4332"/>
                          </a:solidFill>
                        </a:rPr>
                        <a:t>₹3,639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E24"/>
                          </a:solidFill>
                        </a:rPr>
                        <a:t>Phase 1 Total (A + B + C)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4332"/>
                          </a:solidFill>
                        </a:rPr>
                        <a:t>₹60,000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6350">
            <a:solidFill>
              <a:srgbClr val="5C6B62">
                <a:alpha val="5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AYURDISHA · Budget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13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B"/>
                </a:solidFill>
              </a:rPr>
              <a:t>PHASE 2 + KEY ITEMS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Personnel, Contingency &amp; Line Items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EFB"/>
                          </a:solidFill>
                        </a:rPr>
                        <a:t>Item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EFB"/>
                          </a:solidFill>
                        </a:rPr>
                        <a:t>Amount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</a:rPr>
                        <a:t>Phase 2 — Personnel &amp; operations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</a:rPr>
                        <a:t>₹29,000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</a:rPr>
                        <a:t>Contingency reserve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332"/>
                          </a:solidFill>
                        </a:rPr>
                        <a:t>₹11,000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E24"/>
                          </a:solidFill>
                        </a:rPr>
                        <a:t>Recommended total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</a:rPr>
                        <a:t>₹1,00,000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EFB"/>
                          </a:solidFill>
                        </a:rPr>
                        <a:t>Key line items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EFB"/>
                          </a:solidFill>
                        </a:rPr>
                        <a:t>Amount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Domain — ayurdisha.ai (GoDaddy, 1st year)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4332"/>
                          </a:solidFill>
                        </a:rPr>
                        <a:t>₹4,761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Software engineering fee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4332"/>
                          </a:solidFill>
                        </a:rPr>
                        <a:t>₹30,000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Firebase Blaze (Firestore)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4332"/>
                          </a:solidFill>
                        </a:rPr>
                        <a:t>₹5,500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Vercel Pro — hosting &amp; API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4332"/>
                          </a:solidFill>
                        </a:rPr>
                        <a:t>₹7,500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24"/>
                          </a:solidFill>
                        </a:rPr>
                        <a:t>Resend / SendGrid — OTP email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4332"/>
                          </a:solidFill>
                        </a:rPr>
                        <a:t>₹1,800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BE0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2"/>
                </a:solidFill>
              </a:rPr>
              <a:t>Full itemised budget: /docs/INFRASTRUCTURE-BUDGET.pdf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6350">
            <a:solidFill>
              <a:srgbClr val="5C6B62">
                <a:alpha val="5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AYURDISHA · Budget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14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B"/>
                </a:solidFill>
              </a:rPr>
              <a:t>DEMONSTRATION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560320"/>
            <a:ext cx="9418320" cy="1005840"/>
          </a:xfrm>
          <a:prstGeom prst="roundRect">
            <a:avLst>
              <a:gd name="adj" fmla="val 9091"/>
            </a:avLst>
          </a:prstGeom>
          <a:solidFill>
            <a:srgbClr val="0F2A1F"/>
          </a:solidFill>
          <a:ln w="19050">
            <a:solidFill>
              <a:srgbClr val="D4A84B"/>
            </a:solidFill>
            <a:prstDash val="solid"/>
          </a:ln>
        </p:spPr>
      </p:sp>
      <p:sp>
        <p:nvSpPr>
          <p:cNvPr id="6" name="Text 4">
            <a:hlinkClick r:id="rId1" tooltip="Open live demo"/>
          </p:cNvPr>
          <p:cNvSpPr/>
          <p:nvPr/>
        </p:nvSpPr>
        <p:spPr>
          <a:xfrm>
            <a:off x="1371600" y="269748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u="sng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1" invalidUrl="" action="" tgtFrame="" tooltip="Open live dem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https://ayushmarg.vercel.app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62"/>
                </a:solidFill>
              </a:rPr>
              <a:t>Production preview — register, explore the hall, and try Ask Desk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Scan or visit for live demonstration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2"/>
                </a:solidFill>
              </a:rPr>
              <a:t>Planned production domain: ayurdisha.ai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6350">
            <a:solidFill>
              <a:srgbClr val="5C6B62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AYURDISHA · Meet the Mentors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C6B62"/>
                </a:solidFill>
              </a:rPr>
              <a:t>15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E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669280" y="3063240"/>
            <a:ext cx="6858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337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E4D4"/>
                </a:solidFill>
              </a:rPr>
              <a:t>World Ayurveda Foundation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E4D4"/>
                </a:solidFill>
              </a:rPr>
              <a:t>AYURDISHA Technical Team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4A484"/>
                </a:solidFill>
              </a:rPr>
              <a:t>11th World Ayurveda Congress · Bhubaneswar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4A484"/>
                </a:solidFill>
              </a:rPr>
              <a:t>16 / 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AYURDISHA — Meet the Mentors · Committee Presentation</dc:title>
  <dc:subject>11th World Ayurveda Congress · Bhubaneswar 2026</dc:subject>
  <dc:creator>AYURDISHA Technical Team</dc:creator>
  <cp:lastModifiedBy>AYURDISHA Technical Team</cp:lastModifiedBy>
  <cp:revision>1</cp:revision>
  <dcterms:created xsi:type="dcterms:W3CDTF">2026-09-01T13:32:57Z</dcterms:created>
  <dcterms:modified xsi:type="dcterms:W3CDTF">2026-09-01T13:32:57Z</dcterms:modified>
</cp:coreProperties>
</file>