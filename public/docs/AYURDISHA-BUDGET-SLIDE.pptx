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4A84B"/>
          </a:solidFill>
          <a:ln w="12700">
            <a:solidFill>
              <a:srgbClr val="D4A8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4A484"/>
                </a:solidFill>
              </a:rPr>
              <a:t>INFRASTRUCTURE BUDGET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AYURDISHA — Meet the Mentors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EBE0"/>
                </a:solidFill>
              </a:rPr>
              <a:t>11th World Ayurveda Congress · Bhubaneswar 2026 · World Ayurveda Foundation</a:t>
            </a:r>
            <a:endParaRPr lang="en-US" sz="11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11247120" cy="914400"/>
        </p:xfrm>
        <a:graphic>
          <a:graphicData uri="http://schemas.openxmlformats.org/drawingml/2006/table">
            <a:tbl>
              <a:tblPr/>
              <a:tblGrid>
                <a:gridCol w="8412480"/>
                <a:gridCol w="2834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Line item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A4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A4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A4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A4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Amount (INR)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A4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A4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A4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A4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A. Cloud &amp; Infrastructure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A4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A4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A4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A4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2E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₹26,361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A4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A4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A4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A4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B. Software Engineering &amp; Web Development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A4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A4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A4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A4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2E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₹30,000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A4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A4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A4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A4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C. Technical Assurance (congress-week)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A4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A4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A4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A4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2E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₹3,639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A4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A4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A4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A4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2A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 1 Total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A4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A4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A4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A4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84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F2A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₹60,000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A4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A4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A4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A4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8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 2 — Personnel &amp; Operations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A4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A4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A4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A4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2E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₹29,000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A4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A4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A4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A4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E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Contingency Reserve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A4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A4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A4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A4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A2E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₹11,000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A4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A4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A4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A4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2A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GRAND TOTAL (Recommended)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A4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A4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A4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A4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84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F2A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₹1,00,000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4A4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A4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A4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A48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84B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507492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5EBE0"/>
                </a:solidFill>
              </a:rPr>
              <a:t>Includes: Firebase Blaze · Vercel Pro · Gemini API · Resend OTP · Domain ayurdisha.ai via GoDaddy (₹4,761/yr) · Full-stack web development · On-call support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55321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B"/>
                </a:solidFill>
              </a:rPr>
              <a:t>Scenarios:  Minimum ₹75,000   ·   Recommended ₹1,00,000   ·   Maximum ₹1,25,000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58978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4A484"/>
                </a:solidFill>
              </a:rPr>
              <a:t>Full detail: ayushmarg.vercel.app/docs/INFRASTRUCTURE-BUDGET.pdf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Infrastructure Budget — AYURDISHA</dc:title>
  <dc:subject>PptxGenJS Presentation</dc:subject>
  <dc:creator>AYURDISHA Technical Team</dc:creator>
  <cp:lastModifiedBy>AYURDISHA Technical Team</cp:lastModifiedBy>
  <cp:revision>1</cp:revision>
  <dcterms:created xsi:type="dcterms:W3CDTF">2026-09-01T13:45:08Z</dcterms:created>
  <dcterms:modified xsi:type="dcterms:W3CDTF">2026-09-01T13:45:08Z</dcterms:modified>
</cp:coreProperties>
</file>